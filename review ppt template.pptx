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8" name="文本框"/>
          <p:cNvSpPr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marL="457200" indent="-298450">
              <a:spcBef>
                <a:spcPts val="0"/>
              </a:spcBef>
              <a:spcAft>
                <a:spcPts val="0"/>
              </a:spcAft>
              <a:buSzPts val="1100"/>
              <a:buFont typeface="Droid Sans" charset="0"/>
              <a:buChar char="●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1447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846892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67880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6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85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3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94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7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02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37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5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37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6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192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title"/>
          </p:nvPr>
        </p:nvSpPr>
        <p:spPr>
          <a:xfrm>
            <a:off x="1223010" y="374586"/>
            <a:ext cx="6697979" cy="9500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0" name="文本框"/>
          <p:cNvSpPr>
            <a:spLocks noGrp="1"/>
          </p:cNvSpPr>
          <p:nvPr>
            <p:ph type="body" idx="1"/>
          </p:nvPr>
        </p:nvSpPr>
        <p:spPr>
          <a:xfrm>
            <a:off x="1737741" y="1395666"/>
            <a:ext cx="6877685" cy="3442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/>
          </p:nvPr>
        </p:nvSpPr>
        <p:spPr>
          <a:xfrm>
            <a:off x="3972940" y="6472553"/>
            <a:ext cx="1208403" cy="1777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dt" idx="10"/>
          </p:nvPr>
        </p:nvSpPr>
        <p:spPr>
          <a:xfrm>
            <a:off x="457200" y="6377940"/>
            <a:ext cx="2103119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sldNum"/>
          </p:nvPr>
        </p:nvSpPr>
        <p:spPr>
          <a:xfrm>
            <a:off x="8434705" y="6472553"/>
            <a:ext cx="215899" cy="1777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200" b="0" i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79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223010" y="374586"/>
            <a:ext cx="6697979" cy="9500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1737741" y="1395666"/>
            <a:ext cx="6877685" cy="3442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/>
          </p:nvPr>
        </p:nvSpPr>
        <p:spPr>
          <a:xfrm>
            <a:off x="3972940" y="6472553"/>
            <a:ext cx="1208403" cy="1777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0"/>
          </p:nvPr>
        </p:nvSpPr>
        <p:spPr>
          <a:xfrm>
            <a:off x="457200" y="6377940"/>
            <a:ext cx="2103119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/>
          </p:nvPr>
        </p:nvSpPr>
        <p:spPr>
          <a:xfrm>
            <a:off x="8434705" y="6472553"/>
            <a:ext cx="215899" cy="1777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200" b="0" i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76450" cy="68532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15" name="矩形"/>
          <p:cNvSpPr>
            <a:spLocks/>
          </p:cNvSpPr>
          <p:nvPr/>
        </p:nvSpPr>
        <p:spPr>
          <a:xfrm rot="-5400000">
            <a:off x="-2529214" y="3185474"/>
            <a:ext cx="6224270" cy="4886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50" b="0" i="0" u="none" strike="noStrike" kern="0" cap="none" spc="0" baseline="0" dirty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Dr. NGP INSTITUTE OF TECHNOLOGY</a:t>
            </a:r>
            <a:endParaRPr lang="zh-CN" altLang="en-US" sz="2750" b="0" i="0" u="none" strike="noStrike" kern="0" cap="none" spc="0" baseline="0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title"/>
          </p:nvPr>
        </p:nvSpPr>
        <p:spPr>
          <a:xfrm>
            <a:off x="1223010" y="374586"/>
            <a:ext cx="6698100" cy="17469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0" anchor="t" anchorCtr="0">
            <a:prstTxWarp prst="textNoShape">
              <a:avLst/>
            </a:prstTxWarp>
            <a:spAutoFit/>
          </a:bodyPr>
          <a:lstStyle/>
          <a:p>
            <a:pPr marL="922655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2400" b="1" i="0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</a:br>
            <a:br>
              <a:rPr lang="zh-CN" altLang="en-US" sz="2400" b="1" i="0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</a:br>
            <a:r>
              <a:rPr lang="en-US" altLang="zh-CN" sz="2400" b="0" i="0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 </a:t>
            </a:r>
            <a:br>
              <a:rPr lang="zh-CN" altLang="en-US" sz="2400" b="1" i="0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zh-CN" altLang="en-US" sz="2400" b="0" i="0" u="none" strike="noStrike" kern="0" cap="none" spc="0" baseline="0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375791" y="3266504"/>
            <a:ext cx="1514893" cy="2793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Presented by,</a:t>
            </a:r>
            <a:endParaRPr lang="zh-CN" altLang="en-US" sz="1800" b="0" i="0" u="none" strike="noStrike" kern="0" cap="none" spc="0" baseline="0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>
            <a:off x="1375791" y="3810317"/>
            <a:ext cx="2211705" cy="2793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	</a:t>
            </a: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1375791" y="4096448"/>
            <a:ext cx="3358514" cy="2792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5225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	</a:t>
            </a:r>
            <a:endParaRPr lang="zh-CN" altLang="en-US" sz="1800" b="0" i="0" u="none" strike="noStrike" kern="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>
            <a:off x="6102269" y="3308932"/>
            <a:ext cx="2129155" cy="5460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Under the Guidance of</a:t>
            </a:r>
            <a:endParaRPr lang="zh-CN" altLang="en-US" sz="1800" b="0" i="0" u="none" strike="noStrike" kern="0" cap="none" spc="0" baseline="0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>
            <a:off x="4114546" y="6381432"/>
            <a:ext cx="1983105" cy="2545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5875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Department of</a:t>
            </a:r>
            <a:endParaRPr lang="zh-CN" altLang="en-US" sz="1550" b="0" i="0" u="none" strike="noStrike" kern="0" cap="none" spc="0" baseline="0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>
            <a:off x="8681884" y="6381432"/>
            <a:ext cx="462114" cy="225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5875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1</a:t>
            </a:r>
            <a:endParaRPr lang="zh-CN" altLang="en-US" sz="1400" b="0" i="0" u="none" strike="noStrike" kern="0" cap="none" spc="0" baseline="0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pic>
        <p:nvPicPr>
          <p:cNvPr id="23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9169" y="374586"/>
            <a:ext cx="1169759" cy="10925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742728"/>
              </p:ext>
            </p:extLst>
          </p:nvPr>
        </p:nvGraphicFramePr>
        <p:xfrm>
          <a:off x="1339167" y="3707233"/>
          <a:ext cx="4217288" cy="1156898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108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93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i="0" u="none" strike="noStrike" kern="0" cap="none" spc="0" baseline="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i="0" u="none" strike="noStrike" kern="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718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i="0" u="none" strike="noStrike" kern="0" cap="none" spc="0" baseline="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i="0" u="none" strike="noStrike" kern="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24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i="0" u="none" strike="noStrike" kern="0" cap="none" spc="0" baseline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600" b="0" i="0" u="none" strike="noStrike" kern="0" cap="none" spc="0" baseline="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 pitchFamily="18" charset="0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44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>
            <a:off x="549275" y="6485254"/>
            <a:ext cx="624205" cy="3438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15-Feb-25</a:t>
            </a:r>
            <a:endParaRPr lang="zh-CN" altLang="en-US" sz="1200" b="0" i="0" u="none" strike="noStrike" kern="0" cap="none" spc="0" baseline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grpSp>
        <p:nvGrpSpPr>
          <p:cNvPr id="32" name="组合"/>
          <p:cNvGrpSpPr>
            <a:grpSpLocks/>
          </p:cNvGrpSpPr>
          <p:nvPr/>
        </p:nvGrpSpPr>
        <p:grpSpPr>
          <a:xfrm>
            <a:off x="0" y="0"/>
            <a:ext cx="1204912" cy="6853236"/>
            <a:chOff x="0" y="0"/>
            <a:chExt cx="1204912" cy="6853236"/>
          </a:xfrm>
        </p:grpSpPr>
        <p:pic>
          <p:nvPicPr>
            <p:cNvPr id="30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76450" cy="685323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</p:pic>
        <p:pic>
          <p:nvPicPr>
            <p:cNvPr id="31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04912" cy="685323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</p:pic>
      </p:grpSp>
      <p:sp>
        <p:nvSpPr>
          <p:cNvPr id="33" name="文本框"/>
          <p:cNvSpPr>
            <a:spLocks noGrp="1"/>
          </p:cNvSpPr>
          <p:nvPr>
            <p:ph type="ftr"/>
          </p:nvPr>
        </p:nvSpPr>
        <p:spPr>
          <a:xfrm>
            <a:off x="3972940" y="6472553"/>
            <a:ext cx="1208403" cy="1901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 dirty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Department </a:t>
            </a:r>
            <a:r>
              <a:rPr lang="en-US" altLang="zh-CN" sz="1200" dirty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of</a:t>
            </a:r>
            <a:endParaRPr lang="zh-CN" altLang="en-US" sz="1200" b="0" i="0" u="none" strike="noStrike" kern="0" cap="none" spc="0" baseline="0" dirty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4" name="文本框"/>
          <p:cNvSpPr>
            <a:spLocks noGrp="1"/>
          </p:cNvSpPr>
          <p:nvPr>
            <p:ph type="sldNum"/>
          </p:nvPr>
        </p:nvSpPr>
        <p:spPr>
          <a:xfrm>
            <a:off x="8434705" y="6472553"/>
            <a:ext cx="215899" cy="1864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fld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-5400000">
            <a:off x="-2529214" y="3185474"/>
            <a:ext cx="6224270" cy="4886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50" b="0" i="0" u="none" strike="noStrike" kern="0" cap="none" spc="0" baseline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Times New Roman" pitchFamily="18" charset="0"/>
              </a:rPr>
              <a:t>Dr. NGP INSTITUTE OF TECHNOLOGY</a:t>
            </a:r>
            <a:endParaRPr lang="zh-CN" altLang="en-US" sz="2750" b="0" i="0" u="none" strike="noStrike" kern="0" cap="none" spc="0" baseline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92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452</TotalTime>
  <Words>32</Words>
  <Application>Microsoft Office PowerPoint</Application>
  <PresentationFormat>On-screen Show (4:3)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Droid Sans</vt:lpstr>
      <vt:lpstr>Times New Roman</vt:lpstr>
      <vt:lpstr>Office Theme</vt:lpstr>
      <vt:lpstr>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22UAD405- MINI PROJECT Review 3</dc:title>
  <dc:creator>Lenovo</dc:creator>
  <cp:lastModifiedBy>hari l</cp:lastModifiedBy>
  <cp:revision>54</cp:revision>
  <dcterms:created xsi:type="dcterms:W3CDTF">2025-02-15T16:15:00Z</dcterms:created>
  <dcterms:modified xsi:type="dcterms:W3CDTF">2026-05-24T06:23:17Z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2025-02-15T16:00:00Z</vt:filetime>
  </property>
  <property fmtid="{D5CDD505-2E9C-101B-9397-08002B2CF9AE}" pid="3" name="LastSaved">
    <vt:filetime>2025-02-15T16:00:00Z</vt:filetime>
  </property>
  <property fmtid="{D5CDD505-2E9C-101B-9397-08002B2CF9AE}" pid="4" name="ICV">
    <vt:lpwstr>3F923AE1B3FF4EA6AFD00360024ED54A_13</vt:lpwstr>
  </property>
  <property fmtid="{D5CDD505-2E9C-101B-9397-08002B2CF9AE}" pid="5" name="KSOProductBuildVer">
    <vt:lpwstr>1033-12.2.0.22549</vt:lpwstr>
  </property>
</Properties>
</file>